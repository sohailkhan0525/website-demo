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SIH26194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Student Innovation: ideas in decentralized and distributed ledger technology for storing digital information across sectors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TID146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BlackCaps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 SecureChain – Blockchain-Based Digital Document Verification Platform</a:t>
            </a:r>
          </a:p>
          <a:p>
            <a:pPr marL="342900" indent="-342900">
              <a:buNone/>
            </a:pPr>
            <a:endParaRPr lang="en-US" sz="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A permissioned blockchain network lets authorised issuers, such as universities, government departments, hospitals and land registries, record a cryptographic hash of every certificate, deed or record at the time it is issued.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The original document stays encrypted in off-chain storage; only its hash and the issuer's digital signature are written to the ledger, so verification never exposes the full document.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Every document is linked to a QR code. Anyone can scan it or upload a copy of the document to instantly confirm whether it is genuine, unaltered and still valid.</a:t>
            </a:r>
          </a:p>
          <a:p>
            <a:pPr marL="342900" indent="-342900">
              <a:buNone/>
            </a:pPr>
            <a:endParaRPr lang="en-US" sz="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Removes dependence on slow, manual, letter-based verification that can take weeks and is easy to forge.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Creates one tamper-evident source of truth that works the same way across education, land records, healthcare and government certificates.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Gives citizens a digital wallet holding their own verified credentials, instead of each department keeping separate paper files.</a:t>
            </a:r>
          </a:p>
          <a:p>
            <a:pPr marL="342900" indent="-342900">
              <a:buNone/>
            </a:pPr>
            <a:endParaRPr lang="en-US" sz="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Innovation and uniqueness of the solution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A single verification layer usable across many sectors, rather than a system built for one document type alone.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Hybrid on-chain and off-chain design keeps storage costs low and data private, while still making forgery instantly detectable.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Supports selective disclosure, so a holder can prove a fact, for example that a certificate is valid, without revealing the entire document.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tx2"/>
                </a:solidFill>
              </a:rPr>
              <a:pPr/>
              <a:t>2</a:t>
            </a:fld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29773" y="252246"/>
            <a:ext cx="14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dirty="0"/>
              <a:t>BlackCaps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Technologies to be used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Blockchain layer: Hyperledger Fabric, a permissioned network, with PBFT consensus shared among issuing authorities.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Smart contracts (chaincode) that handle document issuance, verification and revocation logic.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Off-chain storage: IPFS for encrypted documents; only the SHA-256 hash and issuer signature are written on-chain.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Identity layer: W3C Decentralized Identifiers (DID) and Verifiable Credentials for a holder-owned digital wallet.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Application layer: React.js web portal for issuers and verifiers, a Flutter mobile app for citizens, and Node.js/Express APIs.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Security: AES-256 encryption at rest, ECDSA digital signatures, TLS in transit, and role-based access control.</a:t>
            </a:r>
          </a:p>
          <a:p>
            <a:pPr marL="342900" indent="-342900">
              <a:buNone/>
            </a:pPr>
            <a:endParaRPr lang="en-US" sz="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Methodology and process for implementation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Step 1: The issuer logs in, uploads a document; the system encrypts it, computes its hash, and commits the hash to the ledger through a smart contract.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Step 2: The holder receives a signed digital credential and a QR code in their wallet app.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Step 3: A verifier scans the QR code or uploads a copy; the system recomputes the hash and compares it with the ledger entry.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Step 4: The result is returned instantly as Valid, Tampered, or Revoked, without needing to contact the issuer directly.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29773" y="252246"/>
            <a:ext cx="14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dirty="0"/>
              <a:t>BlackCaps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Analysis of the feasibility of the idea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Built on Hyperledger Fabric, a mature, production-grade framework already used in large deployments such as IBM Food Trust, which reduces technical risk.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A modular design allows a phased rollout, starting with a pilot at one university before extending to land records and healthcare.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Aligns with existing government digital infrastructure such as DigiLocker and Aadhaar e-KYC, which shortens the path to adoption.</a:t>
            </a:r>
          </a:p>
          <a:p>
            <a:pPr marL="342900" indent="-342900">
              <a:buNone/>
            </a:pPr>
            <a:endParaRPr lang="en-US" sz="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Institutions accustomed to paper-based processes may resist onboarding.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Legacy government databases may not interoperate easily with a new ledger system.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Citizens may lose the private keys tied to their digital wallet.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Verification traffic could spike sharply during peak admission or hiring seasons.</a:t>
            </a:r>
          </a:p>
          <a:p>
            <a:pPr marL="342900" indent="-342900">
              <a:buNone/>
            </a:pPr>
            <a:endParaRPr lang="en-US" sz="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Partner with one or two pilot institutions for phased onboarding, training and feedback before wider rollout.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Build middleware adapters that sync with legacy databases instead of forcing an immediate migration.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Offer social/guardian-based key recovery so a lost key does not mean a lost credential.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Use channel partitioning in Hyperledger Fabric with off-chain indexing to scale horizontally under load.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29773" y="252246"/>
            <a:ext cx="14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dirty="0"/>
              <a:t>BlackCaps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Potential impact on the target audience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50" dirty="0">
                <a:latin typeface="Arial" pitchFamily="34" charset="0"/>
                <a:cs typeface="Arial" pitchFamily="34" charset="0"/>
              </a:rPr>
              <a:t>Students and job seekers get instant, tamper-proof verification of their degrees and certificates for employers.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50" dirty="0">
                <a:latin typeface="Arial" pitchFamily="34" charset="0"/>
                <a:cs typeface="Arial" pitchFamily="34" charset="0"/>
              </a:rPr>
              <a:t>Citizens gain fraud-resistant land and property records, reducing disputes and litigation.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50" dirty="0">
                <a:latin typeface="Arial" pitchFamily="34" charset="0"/>
                <a:cs typeface="Arial" pitchFamily="34" charset="0"/>
              </a:rPr>
              <a:t>Government departments and institutions spend less time and staff effort chasing manual verification requests.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50" dirty="0">
                <a:latin typeface="Arial" pitchFamily="34" charset="0"/>
                <a:cs typeface="Arial" pitchFamily="34" charset="0"/>
              </a:rPr>
              <a:t>Employers, banks and agencies cut background-check turnaround from weeks to seconds.</a:t>
            </a:r>
          </a:p>
          <a:p>
            <a:pPr marL="342900" indent="-342900">
              <a:buNone/>
            </a:pPr>
            <a:endParaRPr lang="en-US" sz="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50" dirty="0">
                <a:latin typeface="Arial" pitchFamily="34" charset="0"/>
                <a:cs typeface="Arial" pitchFamily="34" charset="0"/>
              </a:rPr>
              <a:t>Social: builds public trust in digital records and reduces opportunities for corruption in document issuance.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50" dirty="0">
                <a:latin typeface="Arial" pitchFamily="34" charset="0"/>
                <a:cs typeface="Arial" pitchFamily="34" charset="0"/>
              </a:rPr>
              <a:t>Economic: lowers verification costs and delays across sectors, and reduces losses from document fraud.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50" dirty="0">
                <a:latin typeface="Arial" pitchFamily="34" charset="0"/>
                <a:cs typeface="Arial" pitchFamily="34" charset="0"/>
              </a:rPr>
              <a:t>Environmental: paperless verification cuts down on printing and physical document handling.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50" dirty="0">
                <a:latin typeface="Arial" pitchFamily="34" charset="0"/>
                <a:cs typeface="Arial" pitchFamily="34" charset="0"/>
              </a:rPr>
              <a:t>Governance: supports the Digital India goal of transparent, accountable public record-keeping.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29773" y="252246"/>
            <a:ext cx="14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dirty="0"/>
              <a:t>BlackCaps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NITI Aayog and Ministry of Electronics and Information Technology (MeitY) reports on blockchain applications for governance in India.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Hyperledger Fabric official documentation, Linux Foundation – architecture and permissioned-network design references.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W3C Decentralized Identifiers (DID) Core specification and Verifiable Credentials Data Model.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DigiLocker and Aadhaar e-KYC API documentation, Government of India.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MIT Media Lab Blockcerts project – prior art on blockchain-based academic credentialing.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State pilot programmes on blockchain-based land record management (e.g., Telangana and Andhra Pradesh).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29773" y="252246"/>
            <a:ext cx="14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b="1" dirty="0"/>
              <a:t>BlackCaps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